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30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BF016-FEF0-9FA8-7661-0D8DD7041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12AD0F-9B8B-9A4A-20C8-2590BD6E2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3919E3-A188-6956-EB7C-DF244E3E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0199AB-DC9C-C0FD-0C45-AC38F916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02EC3B-0B90-7EC8-1C7C-3CF74E24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73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FDB99-513F-8196-7086-36C68E71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DD3AD3-BA7D-7B0D-96FF-B2CDAC3F5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692BC8-360C-E9AB-4CE2-0127DAE9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C088D0-2739-254E-0737-391C0A49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5DFF07-7D9B-033E-1E6E-802F8734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40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30EB7-D4A8-B83E-691E-556CF768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5D7235-F86F-235B-B9B0-A9DDFA9C6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BF5611-C453-EC48-D960-3062407E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0DD3E5-17DD-4709-05B3-9A599369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C99A40-4D72-1A19-548D-AADBD38B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97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E9DA9-4123-A4C2-6412-D97C8C81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D1428B-5579-EA71-F814-AC92E4F19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C493DB-4765-A8AD-7131-6B5AED0FD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0DF1C3-216D-DB5D-B7C0-C63F84A7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C79643-DDEE-77DA-900B-9CEB50D2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9AD533-5209-65DD-79C5-104D81F9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379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01429-E626-416C-F748-067AE83F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C63FEC-A6BB-45A7-4CE0-645640ED6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C1FC1B-8099-F25D-1EA8-4691ECA6B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45CE70-B42C-0FF8-FBE7-FB2FA9052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C3C7B0-488C-70D5-F56D-BC2624D1B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8653652-5351-88D5-FE7F-5B328447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CABD41-99FF-AD2B-E750-4341ECB7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9DB5F9-A54E-F151-015D-DEEC7911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84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1FCFF-C4A6-9B7D-7C61-F3EFF8EC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852441-C17E-7119-4396-634EFB43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BF7A11-1B09-B257-D5B3-D4BC7E9B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DB18E3-E373-F369-5D2C-A5148D8B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63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FE7A34-B6C7-B1C6-EF00-EE8CB4E8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706A52-A9A2-054F-4E70-B04298841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5EA729-C3B3-C166-63A9-B9930966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53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F2BD9-27C9-2B2D-240F-906D515A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17AF3D-32BB-AD0A-3A3E-EB1A405AB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EB8704-B10B-665E-FFE4-543EB1F8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D8C617-B3E3-A7B2-3069-2389497F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5A5AB4-AB4C-A882-2CE6-C106888B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87CB5C-D14A-8045-9934-1D1E6ABA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94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86FA1-06AC-FB29-A9CB-35C746C6E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EA98CE-9CC9-7B1D-DF08-C83A66464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A0D468-8F51-CDE1-225A-614F3528A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BE1DCA-DC89-0DA5-E08D-508CDEBF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DAD7A3-AFF5-3BA3-9F86-638A51E2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FC5627-00CA-8A11-B17F-88FFEFA4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98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2BE40-3F34-ED2D-B350-FB58D289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FAB95F-55FC-4C38-7130-F8CBC35E2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B99F6F-C3B6-D47B-5E4E-479BB5D7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5BD57A-EC8C-5F32-4813-28E2134C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97861A-7F7B-752D-A034-76D99EA2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18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63F9A0-F43C-571A-B5CA-3D64753A3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6B3BF2-FE74-C917-DBDF-DBFB25489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8FD9B3-7270-A918-D3B6-B195EECF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EA1611-1061-EC50-E09C-BE5AD038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F91405-C96B-4B76-CCB0-493AFE28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03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C90B96-6FE6-ABA3-EB98-5CFEA385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4C52BA-E9BF-9FFA-0B18-62978AF5B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266D51-A654-88ED-EE6F-3DBB15E50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15A04-B6C8-45F9-8472-B2E2A82B5360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03B932-70CB-4B6B-43C0-1D9CB0504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DC3AAB-39EF-4E16-042E-68A2ED898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B8B8B-93EB-4FEA-954C-05E95111F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32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3C78C2-E7AA-5CDF-1EDB-C4E5C8A78BD9}"/>
              </a:ext>
            </a:extLst>
          </p:cNvPr>
          <p:cNvSpPr/>
          <p:nvPr/>
        </p:nvSpPr>
        <p:spPr>
          <a:xfrm>
            <a:off x="2133981" y="847916"/>
            <a:ext cx="7924038" cy="51621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‘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B2F167-D007-AFD2-A570-D9D132AC70AD}"/>
              </a:ext>
            </a:extLst>
          </p:cNvPr>
          <p:cNvSpPr/>
          <p:nvPr/>
        </p:nvSpPr>
        <p:spPr>
          <a:xfrm>
            <a:off x="2133981" y="847915"/>
            <a:ext cx="7924038" cy="724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4C89838-0C13-3F42-829C-53FC1F337D05}"/>
              </a:ext>
            </a:extLst>
          </p:cNvPr>
          <p:cNvSpPr/>
          <p:nvPr/>
        </p:nvSpPr>
        <p:spPr>
          <a:xfrm>
            <a:off x="2234565" y="922306"/>
            <a:ext cx="1432179" cy="5760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0" name="Triângulo isósceles 9">
            <a:extLst>
              <a:ext uri="{FF2B5EF4-FFF2-40B4-BE49-F238E27FC236}">
                <a16:creationId xmlns:a16="http://schemas.microsoft.com/office/drawing/2014/main" id="{4EC34C10-0E23-84C9-9F77-F160975F7033}"/>
              </a:ext>
            </a:extLst>
          </p:cNvPr>
          <p:cNvSpPr/>
          <p:nvPr/>
        </p:nvSpPr>
        <p:spPr>
          <a:xfrm flipV="1">
            <a:off x="4921758" y="1153179"/>
            <a:ext cx="200025" cy="1047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FF7DCC5-DD50-3E7E-27C8-EB1AF4A29562}"/>
              </a:ext>
            </a:extLst>
          </p:cNvPr>
          <p:cNvSpPr/>
          <p:nvPr/>
        </p:nvSpPr>
        <p:spPr>
          <a:xfrm>
            <a:off x="2133981" y="5417820"/>
            <a:ext cx="7924038" cy="5922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000385-40DF-3C88-066D-7F992BA5831A}"/>
              </a:ext>
            </a:extLst>
          </p:cNvPr>
          <p:cNvSpPr txBox="1"/>
          <p:nvPr/>
        </p:nvSpPr>
        <p:spPr>
          <a:xfrm>
            <a:off x="2133981" y="5417819"/>
            <a:ext cx="199605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 err="1"/>
              <a:t>Desenvolvidor</a:t>
            </a:r>
            <a:r>
              <a:rPr lang="pt-BR" sz="1100" b="1" dirty="0"/>
              <a:t> por:</a:t>
            </a:r>
          </a:p>
          <a:p>
            <a:r>
              <a:rPr lang="pt-BR" sz="1100" dirty="0"/>
              <a:t>Joao Victor de Lima</a:t>
            </a:r>
          </a:p>
          <a:p>
            <a:r>
              <a:rPr lang="pt-BR" sz="1100" dirty="0"/>
              <a:t>Ernst Herbert </a:t>
            </a:r>
            <a:r>
              <a:rPr lang="pt-BR" sz="1100" dirty="0" err="1"/>
              <a:t>Janowsky</a:t>
            </a:r>
            <a:r>
              <a:rPr lang="pt-BR" sz="1100" dirty="0"/>
              <a:t> Junior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BF9E1F-7777-755D-F900-03097B84AA4F}"/>
              </a:ext>
            </a:extLst>
          </p:cNvPr>
          <p:cNvSpPr txBox="1"/>
          <p:nvPr/>
        </p:nvSpPr>
        <p:spPr>
          <a:xfrm>
            <a:off x="3896167" y="2834640"/>
            <a:ext cx="43996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/>
              <a:t>Sistema de Gerenciamento</a:t>
            </a:r>
          </a:p>
          <a:p>
            <a:pPr algn="ctr"/>
            <a:r>
              <a:rPr lang="pt-BR" sz="2800" dirty="0"/>
              <a:t>Manutenções em Veiculos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0200A98-44F6-F279-2F9E-9385E8EEFE70}"/>
              </a:ext>
            </a:extLst>
          </p:cNvPr>
          <p:cNvSpPr/>
          <p:nvPr/>
        </p:nvSpPr>
        <p:spPr>
          <a:xfrm>
            <a:off x="3767328" y="1059142"/>
            <a:ext cx="1432800" cy="3024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Oficina</a:t>
            </a:r>
          </a:p>
        </p:txBody>
      </p:sp>
    </p:spTree>
    <p:extLst>
      <p:ext uri="{BB962C8B-B14F-4D97-AF65-F5344CB8AC3E}">
        <p14:creationId xmlns:p14="http://schemas.microsoft.com/office/powerpoint/2010/main" val="2417249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B73B-E984-8DFC-7B0D-AE980FCE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93711A3-B52A-2778-24FA-C3E414E74B73}"/>
              </a:ext>
            </a:extLst>
          </p:cNvPr>
          <p:cNvSpPr/>
          <p:nvPr/>
        </p:nvSpPr>
        <p:spPr>
          <a:xfrm>
            <a:off x="2133981" y="847916"/>
            <a:ext cx="7924038" cy="51621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‘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C71D09-CC6F-A4A9-91CA-F2252FFAF88F}"/>
              </a:ext>
            </a:extLst>
          </p:cNvPr>
          <p:cNvSpPr/>
          <p:nvPr/>
        </p:nvSpPr>
        <p:spPr>
          <a:xfrm>
            <a:off x="2133981" y="847915"/>
            <a:ext cx="7924038" cy="724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B2CBC5-91A3-3BA6-895E-96560F449EBC}"/>
              </a:ext>
            </a:extLst>
          </p:cNvPr>
          <p:cNvSpPr/>
          <p:nvPr/>
        </p:nvSpPr>
        <p:spPr>
          <a:xfrm>
            <a:off x="2234565" y="922306"/>
            <a:ext cx="1432179" cy="5760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0" name="Triângulo isósceles 9">
            <a:extLst>
              <a:ext uri="{FF2B5EF4-FFF2-40B4-BE49-F238E27FC236}">
                <a16:creationId xmlns:a16="http://schemas.microsoft.com/office/drawing/2014/main" id="{A5AFADF4-974A-E19F-359C-B792921894E0}"/>
              </a:ext>
            </a:extLst>
          </p:cNvPr>
          <p:cNvSpPr/>
          <p:nvPr/>
        </p:nvSpPr>
        <p:spPr>
          <a:xfrm flipV="1">
            <a:off x="4921758" y="1153179"/>
            <a:ext cx="200025" cy="1047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86695C-AA1F-24FA-258F-0CE084FD3A5C}"/>
              </a:ext>
            </a:extLst>
          </p:cNvPr>
          <p:cNvSpPr/>
          <p:nvPr/>
        </p:nvSpPr>
        <p:spPr>
          <a:xfrm>
            <a:off x="2133981" y="5417820"/>
            <a:ext cx="7924038" cy="5922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EEB9416-EAE9-42B1-C942-60491323E93D}"/>
              </a:ext>
            </a:extLst>
          </p:cNvPr>
          <p:cNvSpPr txBox="1"/>
          <p:nvPr/>
        </p:nvSpPr>
        <p:spPr>
          <a:xfrm>
            <a:off x="2133981" y="5417819"/>
            <a:ext cx="199605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 err="1"/>
              <a:t>Desenvolvidor</a:t>
            </a:r>
            <a:r>
              <a:rPr lang="pt-BR" sz="1100" b="1" dirty="0"/>
              <a:t> por:</a:t>
            </a:r>
          </a:p>
          <a:p>
            <a:r>
              <a:rPr lang="pt-BR" sz="1100" dirty="0"/>
              <a:t>Joao Victor de Lima</a:t>
            </a:r>
          </a:p>
          <a:p>
            <a:r>
              <a:rPr lang="pt-BR" sz="1100" dirty="0"/>
              <a:t>Ernst Herbert </a:t>
            </a:r>
            <a:r>
              <a:rPr lang="pt-BR" sz="1100" dirty="0" err="1"/>
              <a:t>Janowsky</a:t>
            </a:r>
            <a:r>
              <a:rPr lang="pt-BR" sz="1100" dirty="0"/>
              <a:t> Junior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1986564-7A94-AEEC-372A-2AE5E1335FF6}"/>
              </a:ext>
            </a:extLst>
          </p:cNvPr>
          <p:cNvSpPr txBox="1"/>
          <p:nvPr/>
        </p:nvSpPr>
        <p:spPr>
          <a:xfrm>
            <a:off x="3896167" y="2834640"/>
            <a:ext cx="43996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/>
              <a:t>Sistema de Gerenciamento</a:t>
            </a:r>
          </a:p>
          <a:p>
            <a:pPr algn="ctr"/>
            <a:r>
              <a:rPr lang="pt-BR" sz="2800" dirty="0"/>
              <a:t>Manutenções em Veiculos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40AB8B3-2532-3973-6742-3812C207ABAA}"/>
              </a:ext>
            </a:extLst>
          </p:cNvPr>
          <p:cNvSpPr/>
          <p:nvPr/>
        </p:nvSpPr>
        <p:spPr>
          <a:xfrm>
            <a:off x="3767328" y="1059142"/>
            <a:ext cx="1432800" cy="3024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Oficina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A830EBB-C1E7-3D8C-8982-D9BA44B1AC17}"/>
              </a:ext>
            </a:extLst>
          </p:cNvPr>
          <p:cNvSpPr/>
          <p:nvPr/>
        </p:nvSpPr>
        <p:spPr>
          <a:xfrm>
            <a:off x="3767328" y="1361543"/>
            <a:ext cx="2602991" cy="10526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094F97-FDC6-B115-3B2B-21CAE5973F02}"/>
              </a:ext>
            </a:extLst>
          </p:cNvPr>
          <p:cNvSpPr txBox="1"/>
          <p:nvPr/>
        </p:nvSpPr>
        <p:spPr>
          <a:xfrm>
            <a:off x="3767327" y="1370605"/>
            <a:ext cx="260299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/>
              <a:t>Veiculos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D015A5-98D8-CFDE-9BE2-B4CC090181A1}"/>
              </a:ext>
            </a:extLst>
          </p:cNvPr>
          <p:cNvSpPr txBox="1"/>
          <p:nvPr/>
        </p:nvSpPr>
        <p:spPr>
          <a:xfrm>
            <a:off x="3767327" y="1677800"/>
            <a:ext cx="260299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/>
              <a:t>Contatos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FBFB49-3A5B-2C8F-D032-C308F511C271}"/>
              </a:ext>
            </a:extLst>
          </p:cNvPr>
          <p:cNvSpPr txBox="1"/>
          <p:nvPr/>
        </p:nvSpPr>
        <p:spPr>
          <a:xfrm>
            <a:off x="3767327" y="1992615"/>
            <a:ext cx="260299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/>
              <a:t>Ordem de Serviço</a:t>
            </a:r>
          </a:p>
        </p:txBody>
      </p:sp>
    </p:spTree>
    <p:extLst>
      <p:ext uri="{BB962C8B-B14F-4D97-AF65-F5344CB8AC3E}">
        <p14:creationId xmlns:p14="http://schemas.microsoft.com/office/powerpoint/2010/main" val="412605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6169-48F2-5271-FA9B-66BEDF42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8EEDE4A-ED2F-34BD-0C56-9036E9EDA081}"/>
              </a:ext>
            </a:extLst>
          </p:cNvPr>
          <p:cNvSpPr/>
          <p:nvPr/>
        </p:nvSpPr>
        <p:spPr>
          <a:xfrm>
            <a:off x="2133981" y="847916"/>
            <a:ext cx="7924038" cy="51621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‘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9CCADB-BCB4-C091-6946-1DE4B6330CF3}"/>
              </a:ext>
            </a:extLst>
          </p:cNvPr>
          <p:cNvSpPr/>
          <p:nvPr/>
        </p:nvSpPr>
        <p:spPr>
          <a:xfrm>
            <a:off x="2133981" y="847915"/>
            <a:ext cx="7924038" cy="724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53A4CF8-242D-590F-6042-5A1ED6E052F6}"/>
              </a:ext>
            </a:extLst>
          </p:cNvPr>
          <p:cNvSpPr/>
          <p:nvPr/>
        </p:nvSpPr>
        <p:spPr>
          <a:xfrm>
            <a:off x="2234565" y="922306"/>
            <a:ext cx="1432179" cy="5760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0" name="Triângulo isósceles 9">
            <a:extLst>
              <a:ext uri="{FF2B5EF4-FFF2-40B4-BE49-F238E27FC236}">
                <a16:creationId xmlns:a16="http://schemas.microsoft.com/office/drawing/2014/main" id="{10DB27EB-0A11-9756-705B-EAC63611E412}"/>
              </a:ext>
            </a:extLst>
          </p:cNvPr>
          <p:cNvSpPr/>
          <p:nvPr/>
        </p:nvSpPr>
        <p:spPr>
          <a:xfrm flipV="1">
            <a:off x="4921758" y="1153179"/>
            <a:ext cx="200025" cy="1047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9BE5414-D35E-026A-143F-AAA4DA40724F}"/>
              </a:ext>
            </a:extLst>
          </p:cNvPr>
          <p:cNvSpPr/>
          <p:nvPr/>
        </p:nvSpPr>
        <p:spPr>
          <a:xfrm>
            <a:off x="2133981" y="5417820"/>
            <a:ext cx="7924038" cy="5922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E4E4C0-964B-F7F8-4B7B-B935518BE814}"/>
              </a:ext>
            </a:extLst>
          </p:cNvPr>
          <p:cNvSpPr txBox="1"/>
          <p:nvPr/>
        </p:nvSpPr>
        <p:spPr>
          <a:xfrm>
            <a:off x="2133981" y="5417819"/>
            <a:ext cx="199605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 err="1"/>
              <a:t>Desenvolvidor</a:t>
            </a:r>
            <a:r>
              <a:rPr lang="pt-BR" sz="1100" b="1" dirty="0"/>
              <a:t> por:</a:t>
            </a:r>
          </a:p>
          <a:p>
            <a:r>
              <a:rPr lang="pt-BR" sz="1100" dirty="0"/>
              <a:t>Joao Victor de Lima</a:t>
            </a:r>
          </a:p>
          <a:p>
            <a:r>
              <a:rPr lang="pt-BR" sz="1100" dirty="0"/>
              <a:t>Ernst Herbert </a:t>
            </a:r>
            <a:r>
              <a:rPr lang="pt-BR" sz="1100" dirty="0" err="1"/>
              <a:t>Janowsky</a:t>
            </a:r>
            <a:r>
              <a:rPr lang="pt-BR" sz="1100" dirty="0"/>
              <a:t> Junior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1B69762-722B-D78E-0B4B-8C9139EA802F}"/>
              </a:ext>
            </a:extLst>
          </p:cNvPr>
          <p:cNvSpPr/>
          <p:nvPr/>
        </p:nvSpPr>
        <p:spPr>
          <a:xfrm>
            <a:off x="3767328" y="1059142"/>
            <a:ext cx="1432800" cy="3024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Oficina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8F356AF-5BD7-5E46-C87B-F3AC0646AB3F}"/>
              </a:ext>
            </a:extLst>
          </p:cNvPr>
          <p:cNvSpPr/>
          <p:nvPr/>
        </p:nvSpPr>
        <p:spPr>
          <a:xfrm>
            <a:off x="2133982" y="1572768"/>
            <a:ext cx="7924038" cy="294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Ordem de Serviço</a:t>
            </a:r>
          </a:p>
        </p:txBody>
      </p:sp>
    </p:spTree>
    <p:extLst>
      <p:ext uri="{BB962C8B-B14F-4D97-AF65-F5344CB8AC3E}">
        <p14:creationId xmlns:p14="http://schemas.microsoft.com/office/powerpoint/2010/main" val="3012633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Victor de Lima | One Thinking</dc:creator>
  <cp:lastModifiedBy>João Victor de Lima | One Thinking</cp:lastModifiedBy>
  <cp:revision>3</cp:revision>
  <cp:lastPrinted>2026-01-12T18:52:23Z</cp:lastPrinted>
  <dcterms:created xsi:type="dcterms:W3CDTF">2026-01-12T18:35:41Z</dcterms:created>
  <dcterms:modified xsi:type="dcterms:W3CDTF">2026-01-12T19:10:18Z</dcterms:modified>
</cp:coreProperties>
</file>